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517B-C56D-46A7-4CD8-915D3CCD6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DEFB5-71C8-0E2F-0DD7-597AF9DBA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71E89-8928-BA8B-3F4D-F438DA786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5567-C4DE-4429-9CA4-21E5B9C4890B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FBC32-58A5-B126-D614-AD23C919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B7991-E432-3FB0-C25F-BD2291DC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917D-3656-41CE-89D2-3094F9440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60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5677-7B7C-5320-4D5E-95A728E01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7CF9E-5626-788D-F9F4-2C4365775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52074-8DE2-BA62-68CD-F680B7776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5567-C4DE-4429-9CA4-21E5B9C4890B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D3152-81C0-E9BE-F564-D6C2F993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9AABA-DE61-FA21-C9EC-446DECEA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917D-3656-41CE-89D2-3094F9440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D3CB9-AEA7-905B-2D95-3C0715A39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04FE3-E3CD-0E53-857B-080E2011C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4A1FA-0932-56EB-2955-438B51D04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5567-C4DE-4429-9CA4-21E5B9C4890B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9D7FC-5F73-2CBA-B13F-EA711FF8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FEBC1-C185-BE32-E3FC-B15E4866A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917D-3656-41CE-89D2-3094F9440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33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873DA-215D-ABB0-2E10-FE662FEEF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2E5DE-0A32-B0A2-8730-42260B5FE9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FFF28-3303-76BB-B90E-27BB6DF76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2E18A-5AA4-2CF2-1C63-E96A0B39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5567-C4DE-4429-9CA4-21E5B9C4890B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944E3-6A20-F796-AD6E-9655A21B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6C2D6-BDD8-DE04-C7AB-ADA543881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917D-3656-41CE-89D2-3094F9440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56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B4977-E503-8328-DC32-9E0139BD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DBB72-2A7F-4637-4611-B01F5AA9F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6F46D-1404-1065-7F50-E3F63A0DA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9FE31-B132-9480-8B29-350174B09C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25754B-8ED3-D6F9-FE14-3E597A6431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43A8B5-7EC6-82A7-4DCC-301D80E4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5567-C4DE-4429-9CA4-21E5B9C4890B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1D9A41-744B-EC91-BAB7-58CB4F661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04AE22-06FA-8938-75EC-404597AF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917D-3656-41CE-89D2-3094F9440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F3DE4-3CF3-5C3B-0B3B-08CFAE20C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46A890-B4E5-5B80-CBE8-4247EDB59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5567-C4DE-4429-9CA4-21E5B9C4890B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C199-8653-C15F-7B6E-87DA85B59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CE731-07A6-3DE6-A234-4A7858AA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917D-3656-41CE-89D2-3094F9440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52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9BF50C-3362-2E4E-CB05-CF194C6B9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5567-C4DE-4429-9CA4-21E5B9C4890B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AA9C6-A765-FD6C-2D2E-94FBA1BCD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EA315-42E2-A0FB-E8EA-B9095EED9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917D-3656-41CE-89D2-3094F9440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1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EAC4-B3E7-F034-0C76-EF6EE3A8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452CA-A3D3-B5F9-8F6F-542115596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EBE02-70BA-0E3F-8AB0-4708764FA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073DA-6017-9111-2335-23A6104FC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5567-C4DE-4429-9CA4-21E5B9C4890B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AC1D5-75A9-7FBC-9CF7-84DF54635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50438-094F-B480-62D4-B2DB91FA4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917D-3656-41CE-89D2-3094F9440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38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430A-2FB4-7BF2-6418-045B83178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E3919C-F637-3E7A-A59A-78844297B8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AEEE06-A857-FF73-315B-07ECCAB25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BD36A-0C54-52D7-2872-EB3CFC0D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5567-C4DE-4429-9CA4-21E5B9C4890B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4A3F2-6F21-89A5-474E-55F4BB5BF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C6FCE-2F2D-C7B3-2F34-2780B1E8C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917D-3656-41CE-89D2-3094F9440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25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00F0E-FCEB-7FC9-6AED-74ABD772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E2F2F-DDDD-E601-D654-1EB0CB7ABD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FF004-8B9F-62BF-8436-5261EBBB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5567-C4DE-4429-9CA4-21E5B9C4890B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30180-B3A6-8E66-A2B8-835829C70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75A70-8AB2-24DC-7D54-E942E1FF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917D-3656-41CE-89D2-3094F9440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1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D1E23B-963F-62DA-37DE-877DFAE67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D9839-8A12-9E83-D068-D3BB36299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EA61F-F85D-F98A-5BF4-1EA115A04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D5567-C4DE-4429-9CA4-21E5B9C4890B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51BE1-2DBD-A823-630E-D3DEF0010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E8B2A-E37B-E01F-B300-083E5BFF4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1917D-3656-41CE-89D2-3094F9440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30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9609C2-9FD0-6637-A66B-E82FCDDA2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579DA-8F73-7D3F-134A-835B490C4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5147A-E59B-E810-AAAF-A542E6C0DD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D5567-C4DE-4429-9CA4-21E5B9C4890B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643AD-1C90-47D2-2F86-0CA9C4739D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1F469-4CD4-0D85-4389-426A4A46B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1917D-3656-41CE-89D2-3094F94403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7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CD7FB-F0AF-5465-03CB-2338E3F76E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BREAST CANCER CLASSIFICATION USING NURAL NETWORK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1DA93E5-CE7A-2EF8-7B60-7ECB20B732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27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b="1" dirty="0"/>
              <a:t>Internship Project</a:t>
            </a:r>
            <a:endParaRPr lang="en-US" dirty="0"/>
          </a:p>
          <a:p>
            <a:r>
              <a:rPr lang="en-US" dirty="0"/>
              <a:t>Submitted By: </a:t>
            </a:r>
            <a:r>
              <a:rPr lang="en-US" i="1" dirty="0"/>
              <a:t>RIDA SALMANI</a:t>
            </a:r>
            <a:endParaRPr lang="en-US" dirty="0"/>
          </a:p>
          <a:p>
            <a:r>
              <a:rPr lang="en-US" dirty="0"/>
              <a:t>College: </a:t>
            </a:r>
            <a:r>
              <a:rPr lang="en-US" i="1" dirty="0"/>
              <a:t>JAMIA HAMDARD UNIVERSITY ,DELHI</a:t>
            </a:r>
            <a:endParaRPr lang="en-US" dirty="0"/>
          </a:p>
          <a:p>
            <a:r>
              <a:rPr lang="en-US" dirty="0"/>
              <a:t>Organization: </a:t>
            </a:r>
            <a:r>
              <a:rPr lang="en-US" dirty="0" err="1"/>
              <a:t>Naviotech</a:t>
            </a:r>
            <a:r>
              <a:rPr lang="en-US" dirty="0"/>
              <a:t> Solution </a:t>
            </a:r>
          </a:p>
          <a:p>
            <a:r>
              <a:rPr lang="en-US" dirty="0"/>
              <a:t>Date: June 2026 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99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7E2FE-75D8-9E7A-9E2E-D4F141497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3FBE6-A790-462C-3E23-B687F4171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  <a:p>
            <a:r>
              <a:rPr lang="en-US" dirty="0"/>
              <a:t>Breast cancer is one of the most common cancers worldwide. </a:t>
            </a:r>
          </a:p>
          <a:p>
            <a:r>
              <a:rPr lang="en-US" dirty="0"/>
              <a:t>Early diagnosis significantly improves treatment success. </a:t>
            </a:r>
          </a:p>
          <a:p>
            <a:r>
              <a:rPr lang="en-US" dirty="0"/>
              <a:t>Artificial Intelligence can assist doctors in accurate diagnosis. </a:t>
            </a:r>
          </a:p>
          <a:p>
            <a:r>
              <a:rPr lang="en-US" dirty="0"/>
              <a:t>Neural Networks can identify patterns in medical data. </a:t>
            </a:r>
          </a:p>
          <a:p>
            <a:r>
              <a:rPr lang="en-US" b="1" dirty="0"/>
              <a:t>Objective:</a:t>
            </a:r>
          </a:p>
          <a:p>
            <a:r>
              <a:rPr lang="en-US" dirty="0"/>
              <a:t>To classify tumors as malignant or benign using machine learning.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962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D7A7C-309D-92F3-D3A9-97C76C6E0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A052F-59AC-96A8-4048-E3D6B7E42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  <a:p>
            <a:r>
              <a:rPr lang="en-US" dirty="0"/>
              <a:t>The goal of this project is to develop a Neural Network model that can accurately classify breast cancer tumors based on diagnostic features.</a:t>
            </a:r>
          </a:p>
          <a:p>
            <a:r>
              <a:rPr lang="en-US" b="1" dirty="0"/>
              <a:t>Challenges</a:t>
            </a:r>
          </a:p>
          <a:p>
            <a:r>
              <a:rPr lang="en-US" dirty="0"/>
              <a:t>Accurate diagnosis </a:t>
            </a:r>
          </a:p>
          <a:p>
            <a:r>
              <a:rPr lang="en-US" dirty="0"/>
              <a:t>Large medical datasets </a:t>
            </a:r>
          </a:p>
          <a:p>
            <a:r>
              <a:rPr lang="en-US" dirty="0"/>
              <a:t>Reducing human error </a:t>
            </a:r>
          </a:p>
          <a:p>
            <a:r>
              <a:rPr lang="en-US" dirty="0"/>
              <a:t>Early disease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650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6B63-2B01-2546-4D23-EF7EA61C5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21F14-3202-A7B0-51A7-9D7670EB3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Dataset Information</a:t>
            </a:r>
          </a:p>
          <a:p>
            <a:r>
              <a:rPr lang="en-US" dirty="0"/>
              <a:t>The dataset contains diagnostic measurements of breast tumors.</a:t>
            </a:r>
          </a:p>
          <a:p>
            <a:r>
              <a:rPr lang="en-US" b="1" dirty="0"/>
              <a:t>Features Include:</a:t>
            </a:r>
          </a:p>
          <a:p>
            <a:r>
              <a:rPr lang="en-US" dirty="0"/>
              <a:t>Radius </a:t>
            </a:r>
          </a:p>
          <a:p>
            <a:r>
              <a:rPr lang="en-US" dirty="0"/>
              <a:t>Texture </a:t>
            </a:r>
          </a:p>
          <a:p>
            <a:r>
              <a:rPr lang="en-US" dirty="0"/>
              <a:t>Perimeter </a:t>
            </a:r>
          </a:p>
          <a:p>
            <a:r>
              <a:rPr lang="en-US" dirty="0"/>
              <a:t>Area </a:t>
            </a:r>
          </a:p>
          <a:p>
            <a:r>
              <a:rPr lang="en-US" dirty="0"/>
              <a:t>Smoothness </a:t>
            </a:r>
          </a:p>
          <a:p>
            <a:r>
              <a:rPr lang="en-US" dirty="0"/>
              <a:t>Compactness </a:t>
            </a:r>
          </a:p>
          <a:p>
            <a:r>
              <a:rPr lang="en-US" dirty="0"/>
              <a:t>Concavity </a:t>
            </a:r>
          </a:p>
          <a:p>
            <a:r>
              <a:rPr lang="en-US" dirty="0"/>
              <a:t>Symmetry </a:t>
            </a:r>
          </a:p>
          <a:p>
            <a:r>
              <a:rPr lang="en-US" b="1" dirty="0"/>
              <a:t>Target Classes:</a:t>
            </a:r>
          </a:p>
          <a:p>
            <a:r>
              <a:rPr lang="en-US" dirty="0"/>
              <a:t>Malignant (Cancerous) </a:t>
            </a:r>
          </a:p>
          <a:p>
            <a:r>
              <a:rPr lang="en-US" dirty="0"/>
              <a:t>Benign (Non-Cancerous)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54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87940-9089-4B04-383E-39D3C1F12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3BC87-4FD1-CC23-47EF-A8A216598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Tools &amp; Technologies</a:t>
            </a:r>
          </a:p>
          <a:p>
            <a:r>
              <a:rPr lang="en-US" b="1" dirty="0"/>
              <a:t>Programming Language</a:t>
            </a:r>
          </a:p>
          <a:p>
            <a:r>
              <a:rPr lang="en-US" dirty="0"/>
              <a:t>Python </a:t>
            </a:r>
          </a:p>
          <a:p>
            <a:r>
              <a:rPr lang="en-US" b="1" dirty="0"/>
              <a:t>Libraries</a:t>
            </a:r>
          </a:p>
          <a:p>
            <a:r>
              <a:rPr lang="en-US" dirty="0"/>
              <a:t>NumPy </a:t>
            </a:r>
          </a:p>
          <a:p>
            <a:r>
              <a:rPr lang="en-US" dirty="0"/>
              <a:t>Pandas </a:t>
            </a:r>
          </a:p>
          <a:p>
            <a:r>
              <a:rPr lang="en-US" dirty="0"/>
              <a:t>Matplotlib </a:t>
            </a:r>
          </a:p>
          <a:p>
            <a:r>
              <a:rPr lang="en-US" dirty="0"/>
              <a:t>Scikit-Learn </a:t>
            </a:r>
          </a:p>
          <a:p>
            <a:r>
              <a:rPr lang="en-US" dirty="0"/>
              <a:t>TensorFlow </a:t>
            </a:r>
          </a:p>
          <a:p>
            <a:r>
              <a:rPr lang="en-US" dirty="0" err="1"/>
              <a:t>Keras</a:t>
            </a:r>
            <a:r>
              <a:rPr lang="en-US" dirty="0"/>
              <a:t> </a:t>
            </a:r>
          </a:p>
          <a:p>
            <a:r>
              <a:rPr lang="en-US" b="1" dirty="0"/>
              <a:t>Platform</a:t>
            </a:r>
          </a:p>
          <a:p>
            <a:r>
              <a:rPr lang="en-US" dirty="0"/>
              <a:t>Google </a:t>
            </a:r>
            <a:r>
              <a:rPr lang="en-US" dirty="0" err="1"/>
              <a:t>Colab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79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FE6B5-9E3A-EE2A-FA85-E3631EEC4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3C59F-531B-2497-1260-672CE3168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Data Preprocessing</a:t>
            </a:r>
          </a:p>
          <a:p>
            <a:r>
              <a:rPr lang="en-US" b="1" dirty="0"/>
              <a:t>Steps Performed</a:t>
            </a:r>
          </a:p>
          <a:p>
            <a:r>
              <a:rPr lang="en-US" dirty="0"/>
              <a:t>Data Loading </a:t>
            </a:r>
          </a:p>
          <a:p>
            <a:r>
              <a:rPr lang="en-US" dirty="0"/>
              <a:t>Data Cleaning </a:t>
            </a:r>
          </a:p>
          <a:p>
            <a:r>
              <a:rPr lang="en-US" dirty="0"/>
              <a:t>Feature Selection </a:t>
            </a:r>
          </a:p>
          <a:p>
            <a:r>
              <a:rPr lang="en-US" dirty="0"/>
              <a:t>Data Normalization </a:t>
            </a:r>
          </a:p>
          <a:p>
            <a:r>
              <a:rPr lang="en-US" dirty="0"/>
              <a:t>Train-Test Split </a:t>
            </a:r>
          </a:p>
          <a:p>
            <a:r>
              <a:rPr lang="en-US" b="1" dirty="0"/>
              <a:t>Benefits</a:t>
            </a:r>
          </a:p>
          <a:p>
            <a:r>
              <a:rPr lang="en-US" dirty="0"/>
              <a:t>Improved model performance </a:t>
            </a:r>
          </a:p>
          <a:p>
            <a:r>
              <a:rPr lang="en-US" dirty="0"/>
              <a:t>Better prediction accuracy </a:t>
            </a:r>
          </a:p>
        </p:txBody>
      </p:sp>
    </p:spTree>
    <p:extLst>
      <p:ext uri="{BB962C8B-B14F-4D97-AF65-F5344CB8AC3E}">
        <p14:creationId xmlns:p14="http://schemas.microsoft.com/office/powerpoint/2010/main" val="3036560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41BD8-D55C-11EB-FACE-BA44D296D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NEURAL NETWORK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B3E09-A9DC-D8FF-E4BD-FEE7A3FD4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Artificial Neural Network (ANN)</a:t>
            </a:r>
          </a:p>
          <a:p>
            <a:r>
              <a:rPr lang="en-US" b="1" dirty="0"/>
              <a:t>Components</a:t>
            </a:r>
          </a:p>
          <a:p>
            <a:r>
              <a:rPr lang="en-US" dirty="0"/>
              <a:t>Input Layer </a:t>
            </a:r>
          </a:p>
          <a:p>
            <a:r>
              <a:rPr lang="en-US" dirty="0"/>
              <a:t>Hidden Layers </a:t>
            </a:r>
          </a:p>
          <a:p>
            <a:r>
              <a:rPr lang="en-US" dirty="0"/>
              <a:t>Output Layer </a:t>
            </a:r>
          </a:p>
          <a:p>
            <a:r>
              <a:rPr lang="en-US" b="1" dirty="0"/>
              <a:t>Activation Functions</a:t>
            </a:r>
          </a:p>
          <a:p>
            <a:r>
              <a:rPr lang="en-US" dirty="0" err="1"/>
              <a:t>ReLU</a:t>
            </a:r>
            <a:r>
              <a:rPr lang="en-US" dirty="0"/>
              <a:t> </a:t>
            </a:r>
          </a:p>
          <a:p>
            <a:r>
              <a:rPr lang="en-US" dirty="0"/>
              <a:t>Sigmoid </a:t>
            </a:r>
          </a:p>
          <a:p>
            <a:r>
              <a:rPr lang="en-US" b="1" dirty="0"/>
              <a:t>Workflow</a:t>
            </a:r>
          </a:p>
          <a:p>
            <a:r>
              <a:rPr lang="en-US" dirty="0"/>
              <a:t>Input Data → Hidden Layers → Output Prediction</a:t>
            </a:r>
          </a:p>
        </p:txBody>
      </p:sp>
    </p:spTree>
    <p:extLst>
      <p:ext uri="{BB962C8B-B14F-4D97-AF65-F5344CB8AC3E}">
        <p14:creationId xmlns:p14="http://schemas.microsoft.com/office/powerpoint/2010/main" val="3596044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DE6AB-FC53-A085-839C-C280F389A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6ECE7-2CB4-50FB-EFBC-F076BC607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Model Training Process</a:t>
            </a:r>
          </a:p>
          <a:p>
            <a:r>
              <a:rPr lang="en-US" b="1" dirty="0"/>
              <a:t>Steps</a:t>
            </a:r>
          </a:p>
          <a:p>
            <a:r>
              <a:rPr lang="en-US" dirty="0"/>
              <a:t>Forward Propagation </a:t>
            </a:r>
          </a:p>
          <a:p>
            <a:r>
              <a:rPr lang="en-US" dirty="0"/>
              <a:t>Error Calculation </a:t>
            </a:r>
          </a:p>
          <a:p>
            <a:r>
              <a:rPr lang="en-US" dirty="0"/>
              <a:t>Backpropagation </a:t>
            </a:r>
          </a:p>
          <a:p>
            <a:r>
              <a:rPr lang="en-US" dirty="0"/>
              <a:t>Weight Optimization </a:t>
            </a:r>
          </a:p>
          <a:p>
            <a:r>
              <a:rPr lang="en-US" b="1" dirty="0"/>
              <a:t>Training Parameters</a:t>
            </a:r>
          </a:p>
          <a:p>
            <a:r>
              <a:rPr lang="en-US" dirty="0"/>
              <a:t>Epochs </a:t>
            </a:r>
          </a:p>
          <a:p>
            <a:r>
              <a:rPr lang="en-US" dirty="0"/>
              <a:t>Batch Size </a:t>
            </a:r>
          </a:p>
          <a:p>
            <a:r>
              <a:rPr lang="en-US" dirty="0"/>
              <a:t>Learning Rate </a:t>
            </a:r>
          </a:p>
          <a:p>
            <a:r>
              <a:rPr lang="en-US" dirty="0"/>
              <a:t>The model learns patterns from training data to improve classification accuracy.</a:t>
            </a:r>
          </a:p>
        </p:txBody>
      </p:sp>
    </p:spTree>
    <p:extLst>
      <p:ext uri="{BB962C8B-B14F-4D97-AF65-F5344CB8AC3E}">
        <p14:creationId xmlns:p14="http://schemas.microsoft.com/office/powerpoint/2010/main" val="3926350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DDB4C-61F7-AA57-740C-26F606419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RESULT AND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7C2ED-F2C5-965A-18A6-047FDA30E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Model Evaluation</a:t>
            </a:r>
          </a:p>
          <a:p>
            <a:r>
              <a:rPr lang="en-US" b="1" dirty="0"/>
              <a:t>Metrics Used</a:t>
            </a:r>
          </a:p>
          <a:p>
            <a:r>
              <a:rPr lang="en-US" dirty="0"/>
              <a:t>Accuracy Score </a:t>
            </a:r>
          </a:p>
          <a:p>
            <a:r>
              <a:rPr lang="en-US" dirty="0"/>
              <a:t>Confusion Matrix </a:t>
            </a:r>
          </a:p>
          <a:p>
            <a:r>
              <a:rPr lang="en-US" dirty="0"/>
              <a:t>Classification Report </a:t>
            </a:r>
          </a:p>
          <a:p>
            <a:r>
              <a:rPr lang="en-US" b="1" dirty="0"/>
              <a:t>Results</a:t>
            </a:r>
          </a:p>
          <a:p>
            <a:r>
              <a:rPr lang="en-US" dirty="0"/>
              <a:t>High classification accuracy achieved. </a:t>
            </a:r>
          </a:p>
          <a:p>
            <a:r>
              <a:rPr lang="en-US" dirty="0"/>
              <a:t>Effective distinction between malignant and benign tumors. </a:t>
            </a:r>
          </a:p>
          <a:p>
            <a:r>
              <a:rPr lang="en-US" dirty="0"/>
              <a:t>Reliable performance on test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173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7D05-2D00-B077-13F7-1329D9173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CONCLUSION AND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DC1C1-A188-19AC-9932-C40988681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Conclusion</a:t>
            </a:r>
          </a:p>
          <a:p>
            <a:r>
              <a:rPr lang="en-US" dirty="0"/>
              <a:t>Neural Networks successfully classified breast cancer tumors. </a:t>
            </a:r>
          </a:p>
          <a:p>
            <a:r>
              <a:rPr lang="en-US" dirty="0"/>
              <a:t>The model achieved high prediction accuracy. </a:t>
            </a:r>
          </a:p>
          <a:p>
            <a:r>
              <a:rPr lang="en-US" dirty="0"/>
              <a:t>AI can support healthcare professionals in diagnosis. </a:t>
            </a:r>
          </a:p>
          <a:p>
            <a:r>
              <a:rPr lang="en-US" b="1" dirty="0"/>
              <a:t>Future Scope</a:t>
            </a:r>
          </a:p>
          <a:p>
            <a:r>
              <a:rPr lang="en-US" dirty="0"/>
              <a:t>Larger medical datasets </a:t>
            </a:r>
          </a:p>
          <a:p>
            <a:r>
              <a:rPr lang="en-US" dirty="0"/>
              <a:t>Deep Learning improvements </a:t>
            </a:r>
          </a:p>
          <a:p>
            <a:r>
              <a:rPr lang="en-US" dirty="0"/>
              <a:t>Real-time hospital deployment </a:t>
            </a:r>
          </a:p>
          <a:p>
            <a:r>
              <a:rPr lang="en-US" dirty="0"/>
              <a:t>Cloud-based healthcare systems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                                                                 Thank You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232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345</Words>
  <Application>Microsoft Office PowerPoint</Application>
  <PresentationFormat>Widescreen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BREAST CANCER CLASSIFICATION USING NURAL NETWORK</vt:lpstr>
      <vt:lpstr>                           INTRODUCTION</vt:lpstr>
      <vt:lpstr>                   PROBLEM STATEMENT</vt:lpstr>
      <vt:lpstr>                    DATASET INFORMATION</vt:lpstr>
      <vt:lpstr>                TECHNOLOGIES USED</vt:lpstr>
      <vt:lpstr>                   DATA PREPROCESSING</vt:lpstr>
      <vt:lpstr>       NEURAL NETWORK ARCHITECTURE</vt:lpstr>
      <vt:lpstr>                           MODEL TRAINING</vt:lpstr>
      <vt:lpstr>                    RESULT AND PERFORMANCE</vt:lpstr>
      <vt:lpstr>          CONCLUSION AND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rida salmani</dc:creator>
  <cp:lastModifiedBy>rida salmani</cp:lastModifiedBy>
  <cp:revision>1</cp:revision>
  <dcterms:created xsi:type="dcterms:W3CDTF">2026-06-20T18:01:22Z</dcterms:created>
  <dcterms:modified xsi:type="dcterms:W3CDTF">2026-06-20T18:19:12Z</dcterms:modified>
</cp:coreProperties>
</file>